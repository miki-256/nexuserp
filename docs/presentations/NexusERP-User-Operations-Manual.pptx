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ERP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Operations Manual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department-by-department guide for cashiers, store managers,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teams, inventory staff, HR, and administrators.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715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For live production &amp; pre-production environments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6080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authorized organization users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manual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department section first, then shared workflows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operations manual — not a sales brochure. Steps match the screens in NexusERP today.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section explains: purpose, who typically uses it, step-by-step tasks, and common checks.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depends on your role (Owner, Manager, Cashier, or custom Team permissions). If you cannot open an app, ask your administrator.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appear in the left sidebar and on Apps (/dashboard). Search or scroll to the module you need.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step mentions Finance, Purchasing, or HR “manage” actions, you need manage permission for that app.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deck with your SOPs. Update local procedures if your organization customizes taxes, stores, or approval rules.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5806440"/>
            <a:ext cx="11430000" cy="502920"/>
          </a:xfrm>
          <a:prstGeom prst="roundRect">
            <a:avLst>
              <a:gd name="adj" fmla="val 10909"/>
            </a:avLst>
          </a:prstGeom>
          <a:solidFill>
            <a:srgbClr val="FEF9E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Complete Settings → Organization and Stores before day-one trading so POS, inventory, and ledger share the same structure.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structure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EBF5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2618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0" y="13258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navigation, roles &amp; permissions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8424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1920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front office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984248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POS, sales history, invoicing, CRM, refunds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5054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EBF5F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4261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25786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supply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03520" y="2642616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stock, purchase, fulfillment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16382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0098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323697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accounting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03520" y="3300984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hub, expenses, reports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2219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EBF5F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5935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389534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03520" y="395935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Employees, payroll, time off, recruitment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48056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617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63040" y="45537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admin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03520" y="461772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helpdesk, stores, team, settings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513892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EBF5F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27608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63040" y="5212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3520" y="5276088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Order-to-cash &amp; procure-to-pay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Getting started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in, find your apps, understand roles, and keep data safe.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&amp; workspace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context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NexusERP URL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4447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link provided by your administrator (production or pre-production). Bookmark it for daily use.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94767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your email and password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2219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received an invite, accept it first. Use the password reset flow if you cannot sign in.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72491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correct organization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29992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belong to more than one organization, use the org switcher in the header before posting transactions.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66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50215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Apps or the sidebar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377647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(/dashboard) shows every module you can access. The sidebar groups Sales, Inventory, Finance, HR, Services, and Settings.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43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27939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notifications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" y="455371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bell icon shows operational alerts. Open Communications for rules, queues, and delivery history if you manage messaging.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permissions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see depends on Team access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EBF5F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114300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E8F8F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access patterns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Manager — full apps, including Team, Settings, Refunds, Payroll.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— POS, Sales, Products, Inventory, Customers, Time Off (defaults).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— administrators grant or deny each app under Team &amp; access.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vs view — some actions (post ledger, create PO, run payroll) require manage rights.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passwords or staff PINs.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Cashiers should not hold Settings or Team access unless required.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app permissions when someone changes job role.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store-scoped work: pick the correct store/register before selling.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button is missing, it is usually a permission — not a system error.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map by department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modules in NexusERP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69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 · Sales · Invoicing · CRM · Contacts · Refunds · Credits · Receivables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· Inventory · Fulfillment · Purchase · Manufacturing · Promotions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Accounting (Financial hub) · Expenses · Reporting · Communications · Documents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Resources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 · Recruitment · Time 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· Helpdesk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· Team &amp; access · Settings (organization)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806440"/>
            <a:ext cx="11430000" cy="502920"/>
          </a:xfrm>
          <a:prstGeom prst="roundRect">
            <a:avLst>
              <a:gd name="adj" fmla="val 10909"/>
            </a:avLst>
          </a:prstGeom>
          <a:solidFill>
            <a:srgbClr val="FEF9E7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opens as “Enterprise financial hub” at /financials — the control center for GL, statements, AR/AP views, banking, and close.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Sales &amp; front office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customers, take payment, issue invoices, and manage returns with a clean audit trail.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Sale (POS)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checkout for walk-in and counter sales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Point of Sale and select store / register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4447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shift/register is open. Wrong store posts inventory and cash to the wrong location.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94767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login (PIN) if required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2219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Cashiers sign in with their staff PIN so receipts and discounts are attributable.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72491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 to the cart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29992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SKU, or barcode. Adjust quantity. Apply promotions or discounts within allowed limits.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66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50215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customer when needed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377647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 contact for receivables, store credit, loyalty, or invoice follow-up.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43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27939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payment and complete the sale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" y="455371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mobile money, bank transfer, on-account, or store credit. Enter tendered amount when change/tip tracking applies.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507492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120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505663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the receipt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05840" y="53309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or share the receipt. Sale appears under Sales history. With auto-post enabled, the ledger queue receives the sale (not pending mobile money).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— change register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Register 1 → Register 2 without leaving POS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register is a separate URL (/pos/{register-id}), but cashiers can switch from the POS header.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register control (monitor icon) in the top bar — pick another register at the same store, or open All registers.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staff (PIN user) is a different button — that changes cashier identity, not the cash drawer register.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switching registers mid-day, close the shift on the current register if your cash policy requires a clean Z-report.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 also copy register links from Stores, or open /pos to pick from the full list.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5806440"/>
            <a:ext cx="11430000" cy="502920"/>
          </a:xfrm>
          <a:prstGeom prst="roundRect">
            <a:avLst>
              <a:gd name="adj" fmla="val 10909"/>
            </a:avLst>
          </a:prstGeom>
          <a:solidFill>
            <a:srgbClr val="FEF9E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each register on dedicated POS devices. Use Change register when one terminal covers multiple drawers.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— payments &amp; ledger notes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cashiers and managers should know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EBF5F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114300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E8F8F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behavior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impact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/ bank / completed mobile money — sale completes normally.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with reference may stay pending until webhook confirmation (organization setting).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On-account increases customer receivables (pay-later).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credit reduces the customer’s credit balance.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payments are supported when enabled in the payment flow.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Auto-post sales to ledger posts eligible completed sales asynchronously.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mobile payments are skipped until confirmed.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may show “completed sale not on the ledger” for older or failed queue items — use Post to ledger.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Voids/returns are handled in Refunds with manager rights.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delete a sale to “fix” a mistake — void or refund properly.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history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receipts (/sales)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Sales to review completed, voided, and related receipt activity for your organization.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filters and search to find a receipt number, customer, store, or date range.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sale for line detail, payments, and status — useful for customer disputes and end-of-day checks.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reconcile POS totals with Reporting (shifts) and Banking deposits.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sale should be on the ledger but is not, Finance uses the Financials unposted-sales banner or batch post.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5806440"/>
            <a:ext cx="11430000" cy="502920"/>
          </a:xfrm>
          <a:prstGeom prst="roundRect">
            <a:avLst>
              <a:gd name="adj" fmla="val 10909"/>
            </a:avLst>
          </a:prstGeom>
          <a:solidFill>
            <a:srgbClr val="FEF9E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close tip: Cashier totals the drawer → Manager reviews Sales + Reporting shifts → Finance confirms unposted sales = 0.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invoices (/invoicing)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Invoicing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4447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review customer invoices for billed sales that are not pure counter cash tickets.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94767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customer and lines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2219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products/services, quantities, prices, and tax as configured for your organization.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72491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/ post according to your process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29992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on-screen status (draft → issued/open). Collect payment against receivables when the customer pays later.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66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50215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settlement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377647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Receivables and Financials aging/collections views so open balances do not age unnoticed.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Contacts, Credits &amp; Receivables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 tools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EBF5F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114300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E8F8F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Contacts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&amp; Receivables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— manage pipeline opportunities and follow-ups.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— customer master: names, phones, spend history.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phones accurate for receipts, loyalty, and collections.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duplicate contacts; search before creating a new card.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— view and manage store credit balances.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Receivables — pay-later / on-account balances from POS or invoices.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payments against open balances; confirm the correct customer.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monitors aging in the Financial hub (Working Capital).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voids (/refunds) — manager-oriented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require appropriate permissions (typically manager).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original sale/receipt. Choose void (full cancellation when allowed) or partial return of lines.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refund method (cash, original tender, store credit, etc.) as presented by the system.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is relieved/restored according to the return path — verify stock after large returns.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impact is handled through the refund/void posting path (including async queue where configured).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reason. Do not process personal “favors” outside the system.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5806440"/>
            <a:ext cx="11430000" cy="502920"/>
          </a:xfrm>
          <a:prstGeom prst="roundRect">
            <a:avLst>
              <a:gd name="adj" fmla="val 10909"/>
            </a:avLst>
          </a:prstGeom>
          <a:solidFill>
            <a:srgbClr val="FEF9E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Require manager approval for refunds above a cash threshold and for voiding same-day high-value tickets.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Inventory &amp; supply chain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catalog accurate, stock trustworthy, and purchasing tied to vendors and bills.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variants (/products)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edit a product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4447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name, category, sell price, cost, tax flags, and active status.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94767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variants when needed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2219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Size/color/SKU/barcode per variant. POS and Purchase search use these fields.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72491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cost and sell prices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29992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feeds COGS and purchase defaults. Sell price drives POS and invoices.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66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50215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— do not delete casually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377647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sales reference products. Prefer inactive over hard delete when history exists.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by store (/inventory)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on-hand quantities by store and variant.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stock movements / adjustments according to your SOP (cycle counts, damage, write-offs).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select the correct store before adjusting.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receiving a Purchase Order, quantities increase at the receiving store.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sales decrease stock at the selling store when items are stock-tracked.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negative stock immediately — usually a receive/sale timing or wrong store issue.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5806440"/>
            <a:ext cx="11430000" cy="502920"/>
          </a:xfrm>
          <a:prstGeom prst="roundRect">
            <a:avLst>
              <a:gd name="adj" fmla="val 10909"/>
            </a:avLst>
          </a:prstGeom>
          <a:solidFill>
            <a:srgbClr val="FEF9E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note: Inventory valuation uses moving-average cost on PO receipt. Keep unit costs accurate on purchase lines.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Vendors, purchase orders &amp; vendor bills (/purchasing)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vendors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4447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Vendors tab, add name, phone, email. Activate/deactivate as relationships change.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94767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Purchase Order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2219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tab → New Purchase Order. Choose vendor, receiving store, expected date. Search products on each line; enter qty and unit cost.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72491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the PO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29992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goods arrive, use Receive. Stock increases and a vendor bill / AP path is created per system rules.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66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50215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open orders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377647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draft/ordered POs that will not be fulfilled. Do not cancel after full receipt.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43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27939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vendor bills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" y="455371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and Payment runs tabs: post bills if required, then pay (full or partial) with the correct method.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— product search &amp; hierarchy tips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blank lines and orphan org units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EBF5F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114300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E8F8F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line product picker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&amp; Manufacturing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Search product — type name, SKU, or barcode.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follow dark/light theme (visible against the page).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 defaults from variant cost when available; override if the vendor quote differs.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multiple lines before Create PO.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receiving store matches the physical warehouse.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— pick, pack, and ship operational flows.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— BOM and production (manager-oriented).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— discount codes and campaign rules for POS.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promotion windows and stack rules documented for cashiers.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Finance &amp; accounting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accurately, report confidently, and close the period with a balanced ledger.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financial 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app → /financials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Accounting from Apps or the sidebar. You land on the Enterprise financial hub.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date range toolbar (Today, MTD, Quarter, YTD, or custom) before reading KPIs and statements.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by area: Home, Reporting, Ledger, Working Capital, Compliance, Planning, Platform.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unposted-sales banner when completed POS sales lack journal entries — Post to ledger, even if auto-post is on (historical/queue gaps).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where available for audit workpapers.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5806440"/>
            <a:ext cx="11430000" cy="502920"/>
          </a:xfrm>
          <a:prstGeom prst="roundRect">
            <a:avLst>
              <a:gd name="adj" fmla="val 10909"/>
            </a:avLst>
          </a:prstGeom>
          <a:solidFill>
            <a:srgbClr val="FEF9E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daily finance check: Unposted sales → Trial Balance → Bank/cash positions → Open AR/AP aging.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area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&amp; oversight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21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to…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/ Executive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snapshot of performance for the selected period.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Revenue, COGS, expenses — profitability for the date range.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Sheet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Assets, liabilities, equity position.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movement view for the period (organization model).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 Balance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balances — must tie; investigate if out of balance.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/ Analytics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report packs and analytic views.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area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COA, journals, periods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EBF5F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114300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E8F8F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ledger work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close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— chart of accounts; prefer seeded structure unless accounting redesigns 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— browse posted journal entries and lines.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JE — enter adjusting entries (balanced debits = credits).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post one-sided entries; the system enforces balance on valid posts.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source documents in the description (receipt, bill, payroll run).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Periods — manage fiscal periods / close checklist.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close: clear unposted sales, reconcile bank, review AR/AP, post payroll.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close: restrict backdated posts per your control policy.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assets, FX, tax, and consolidation tabs support advanced close packs when used.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&amp; compliance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AR/AP views, tax, controls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EBF5F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114300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E8F8F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Platform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— receivables/payables aging for collections and vendor payment planning.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— accounts, reconciliations, and cash position support.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— liquidity / treasury tools when enabled for your org.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— multi-currency rates and related views when used.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— tax configuration and liability views.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financial security / control surfaces.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— financial automation rules.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operational performance of finance jobs.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— AI financial assistant when licensed/configured.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Auto-post sales &amp; the yellow banner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Finance still sees unposted sales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Auto-post sales to ledger turns on automatic enqueue for eligible completed sales.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rewrite history. Sales completed before the setting was enabled remain unposted until batch-posted.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pending confirmation is intentionally skipped until the payment completes.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is asynchronous (queue). If the worker is delayed or an item fails, the banner appears.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click Post N to ledger on Financials, then confirm Trial Balance and the sale’s journal entry.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target: start each accounting day with unposted eligible sales = 0.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44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Expenses, Reporting, Communications, Documents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finance apps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EBF5F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114300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E8F8F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&amp; Reporting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&amp; Documents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— record operating costs with accounts/dates for P&amp;L completeness.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references (vendor, memo) for audit.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— shifts, cashier activity, and audit-oriented operational reports.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Reporting with POS close; use Financials for GL statements.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— notification rules, schedules, queues, failed deliveries.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customer/employee contact data accurate so messages succeed.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— store files and links related to the business.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Documents for policies and signed vendor contracts linked from SOPs.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44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Human resources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Hire, organize, pay, and track leave with consistent employee records.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44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app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hub (/hr)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typically include: Employees, Organization, Payroll (manage), Performance, Benefits, Analytics, Lifecycle, Integrations.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— create/edit people: name, job, store, salary, status (active/terminated).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Terminate status over delete when payroll history must remain.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company hierarchy (org units). Seed default structure, sync finance departments, or add units manually.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header shows unit counts but the list looks empty, refresh after hierarchy fixes; units with missing parents still display as roots.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employees to org units for reporting and headcount.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44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Preview, draft, approve, post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pay components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4447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default earnings/deductions/tax components exist (system can seed defaults on first use).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94767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preview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2219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org-wide preview for active employees. Fix salaries/components if amounts look wrong.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72491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payroll draft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29992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period dates and create a run. Open the run detail for workflow actions.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66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50215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→ Approve → Post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377647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approval steps. Posting creates the financial impact per HR GL mappings.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43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27939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bank file when paying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" y="455371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bank export from the run when your bank requires a payment file.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44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Off &amp; Recruitment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Leave, attendance, hiring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EBF5F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114300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E8F8F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Off (/time-off)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(/recruitment)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leave according to leave types and balances.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approve leave in the workflow.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attendance / shifts as your process requires.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holiday calendars updated so balances calculate correctly.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leave with payroll cut-off dates.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job requisitions and publish openings.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applicants through stages.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hired candidates into Employees.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org units/managers consistently with the Employees org chart.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44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Services &amp; administration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projects, support tickets, stores, team access, and organization settings.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44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Helpdesk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apps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EBF5F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114300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E8F8F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(/projects)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(/helpdesk)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track delivery tasks for internal or client work.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owners and due dates current.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job costing in Finance when project cost tracking is used.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completed projects so active lists stay clean.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6916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support tickets from customers or internal users.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Assign, prioritize, and resolve with clear notes.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tickets instead of chat-only fixes for auditability.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billing or inventory issues to the owning department.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44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&amp; registers (/stores)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each physical location as a store before POS go-live.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registers per store. Cashiers must open the correct register.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choice drives inventory, sales analytics, and often cash accountability.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rename/repurpose stores casually mid-period — coordinate with Finance and Inventory.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closed locations instead of deleting when history exists.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access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invites, app permissions (/team)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users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4447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invites to work emails. Users accept and set passwords.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94767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base role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2219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Manager, Cashier (or equivalent) sets the default app set.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72491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app grants/denies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29992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Accounting to accountants; deny Refunds to cashiers if policy requires.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66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50215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quarterly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377647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leavers promptly. Reduce privilege when someone changes role.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44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controls (/settings)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legal name, address, tax ID, and currency carefully — currency changes need Finance oversight.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max cashier discount % — limits discount abuse at checkout.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Auto-post sales to ledger — recommended when you rely on Financial Statements / Trial Balance.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payment pending/webhook behavior — understand before promising instant GL for mobile tenders.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plan — subscription/plan management under Settings area when applicable.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owners/managers should change Settings. Document changes in your change log.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44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End-to-end business workflows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departments hand off work without breaking stock or the ledger.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44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Order-to-cash (retail)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shelf to settled cash and GL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BF5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/ Products ensure item exists with price &amp; cost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BF5FB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1874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sells on POS (correct store/register)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2801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BF5FB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0" y="1874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completes (or mobile confirms later)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8F8F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069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history shows receipt; stock decreases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34747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8F8F5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4069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Auto-post queue or Finance batch posts to ledger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38160" y="34747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8F8F5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4069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Banking/Reporting reconcile drawer &amp; deposits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44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Procure-to-pay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order → stock → bill → payment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creates PO in Purchase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4447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Vendor, receiving store, searchable product lines, agreed unit costs.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94767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receives the PO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2219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action updates on-hand stock and creates/links AP bill activity.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72491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reviews the vendor bill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29992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quantities/prices; post bill to ledger when required by your process.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66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50215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Treasury/AP pays the vendor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377647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Bills or Payment runs; choose method; record partial payments when negotiating.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365760" cy="36576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43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27939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reconciles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" y="455371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clears, bank matches the outflow, inventory and AP tie to Trial Balance.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44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weekly operating checklist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Cross-department rhythm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7772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register · sell accurately · close drawer · hand over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Sales &amp; Refunds · spot-check stock · approve exceptions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unposted sales · glance TB · check cash/bank movements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POs · expedite receipts · vendor bill payments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 approvals · attendance · payroll calendar prep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+ Mgmt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Statements · aging · period close · payroll post · VAT/tax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44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 — Health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Super-admin ops control plane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Admin → Health for queue depth, cron heartbeat, dependencies (Sentry, Resend, Cron secret), and security pulse.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queues now runs the same worker as the 5-minute process-queue cron.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failed ledger rows; Post up to 100 clears historical unposted sales per tenant.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schedule can delay — use Drain if the heartbeat is older than 15 minutes.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role is read-only; super_admin and support can drain and post.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44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quick reference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check before escalating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30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229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cause / 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open an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Team permission — ask admin to grant the app.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 product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 product/variant or wrong org — check Products.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wrong after sale/PO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store selected — verify store on sale and PO receive.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Unposted sales banner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sale or queue gap — Post to ledger on Financials.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product field blank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searchable product picker; refresh after UI fix deploy.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preview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migration for volatile preview must be applied — contact admin.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sale not on GL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still pending confirmation — wait for webhook/confirm.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44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document control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manual alive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User Operations Manual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configuration issues to your NexusERP owner/administrator first.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accounting policy questions (which account, when to close), involve your controller — the system enforces structure, not local GAAP interpretation.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local SOPs (refund thresholds, cash variance limits, PO approval) as addenda to this deck.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NexusERP adds modules, update only the affected department section.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recommendation: role-based sessions (Cashier 60 min, Store manager 90 min, Finance half-day, HR 90 min).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5806440"/>
            <a:ext cx="11430000" cy="502920"/>
          </a:xfrm>
          <a:prstGeom prst="roundRect">
            <a:avLst>
              <a:gd name="adj" fmla="val 10909"/>
            </a:avLst>
          </a:prstGeom>
          <a:solidFill>
            <a:srgbClr val="FEF9E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control: Version 1.0 — regenerate from scripts/build-user-manual-pptx.mjs when product surfaces change materially.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44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manual by department, practice on pre-production first,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keep Finance, Inventory, and POS aligned every trading day.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852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User Operations Manual  ·  Confidential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NexusERP User Operations Manual</dc:title>
  <dc:subject>Department-by-department guide for business users</dc:subject>
  <dc:creator>NexusERP Customer Success</dc:creator>
  <cp:lastModifiedBy>NexusERP Customer Success</cp:lastModifiedBy>
  <cp:revision>1</cp:revision>
  <dcterms:created xsi:type="dcterms:W3CDTF">2026-07-20T22:05:34Z</dcterms:created>
  <dcterms:modified xsi:type="dcterms:W3CDTF">2026-07-20T22:05:34Z</dcterms:modified>
</cp:coreProperties>
</file>